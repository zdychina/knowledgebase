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22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46304" cy="15544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783080"/>
            <a:ext cx="8778240" cy="17338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检索系统</a:t>
            </a:r>
            <a:r>
              <a:rPr sz="4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agent_serving</a:t>
            </a:r>
            <a:endParaRPr sz="44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400" b="0" dirty="0" err="1">
                <a:solidFill>
                  <a:srgbClr val="C4D2F0"/>
                </a:solidFill>
                <a:latin typeface="Microsoft YaHei"/>
                <a:ea typeface="Microsoft YaHei"/>
                <a:cs typeface="Microsoft YaHei"/>
              </a:rPr>
              <a:t>一个问题，如何变成一份检索结果</a:t>
            </a:r>
            <a:r>
              <a:rPr sz="2400" b="0" dirty="0">
                <a:solidFill>
                  <a:srgbClr val="C4D2F0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dirty="0" err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  <a:r>
              <a:rPr sz="1800" b="0" dirty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800" b="1" dirty="0" err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裂变召回</a:t>
            </a:r>
            <a:r>
              <a:rPr sz="1800" b="0" dirty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800" b="1" dirty="0" err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融合重排</a:t>
            </a:r>
            <a:r>
              <a:rPr sz="1800" b="0" dirty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800" b="1" dirty="0" err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图扩展</a:t>
            </a:r>
            <a:endParaRPr sz="1800" b="1" dirty="0">
              <a:solidFill>
                <a:srgbClr val="7A4AD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5669280"/>
            <a:ext cx="91440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团队技术分享</a:t>
            </a:r>
            <a:r>
              <a:rPr sz="1400" b="0" dirty="0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   ·   2026-06-14   ·   Java 21 / Spring Boot 3 / PostgreSQL + </a:t>
            </a:r>
            <a:r>
              <a:rPr sz="1400" b="0" dirty="0" err="1">
                <a:solidFill>
                  <a:srgbClr val="8A96AB"/>
                </a:solidFill>
                <a:latin typeface="Microsoft YaHei"/>
                <a:ea typeface="Microsoft YaHei"/>
                <a:cs typeface="Microsoft YaHei"/>
              </a:rPr>
              <a:t>pgvector</a:t>
            </a:r>
            <a:endParaRPr sz="1400" b="0" dirty="0">
              <a:solidFill>
                <a:srgbClr val="8A96A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WHAT IT IS · 定位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serving 在系统中的角色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201400" cy="914400"/>
          </a:xfrm>
          <a:prstGeom prst="roundRect">
            <a:avLst/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专注一件事：把一个问题查准。  不挖数据、不算 embedding、不存配置——只读知识、在线检索。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3383280"/>
            <a:ext cx="2743200" cy="137160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agent_serving_zdy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:8081  检索服务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7E3FF"/>
                </a:solidFill>
                <a:latin typeface="Microsoft YaHei"/>
                <a:ea typeface="Microsoft YaHei"/>
                <a:cs typeface="Microsoft YaHei"/>
              </a:rPr>
              <a:t>Java 21 / Spring Boot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246888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asset_core  (PG + pgvector)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只读：segments / units / embeddings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31720"/>
            <a:ext cx="26060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llm_service  :8900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HyDE / embedding / 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526280"/>
            <a:ext cx="26060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4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main_control  :8910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配置中心：路由策略 / 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246888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Agent / MCP / kb-ui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POST /api/v1/search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80" y="2743200"/>
            <a:ext cx="1463040" cy="177800"/>
          </a:xfrm>
          <a:prstGeom prst="rightArrow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eft Arrow 13"/>
          <p:cNvSpPr/>
          <p:nvPr/>
        </p:nvSpPr>
        <p:spPr>
          <a:xfrm>
            <a:off x="3154680" y="3977639"/>
            <a:ext cx="1463040" cy="177800"/>
          </a:xfrm>
          <a:prstGeom prst="leftArrow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eft-Right Arrow 14"/>
          <p:cNvSpPr/>
          <p:nvPr/>
        </p:nvSpPr>
        <p:spPr>
          <a:xfrm>
            <a:off x="7498079" y="2834640"/>
            <a:ext cx="1554480" cy="177800"/>
          </a:xfrm>
          <a:prstGeom prst="leftRightArrow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eft Arrow 15"/>
          <p:cNvSpPr/>
          <p:nvPr/>
        </p:nvSpPr>
        <p:spPr>
          <a:xfrm>
            <a:off x="7498079" y="4937760"/>
            <a:ext cx="1554480" cy="177800"/>
          </a:xfrm>
          <a:prstGeom prst="leftArrow">
            <a:avLst/>
          </a:prstGeom>
          <a:solidFill>
            <a:srgbClr val="7A4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BIG IDEA · 核心思想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不是查一次，而是裂变 + 收敛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传统做法：拿原始问题查一次 → </a:t>
            </a:r>
            <a:r>
              <a:rPr sz="18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容易漏、容易偏。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本系统：把一个问题 </a:t>
            </a:r>
            <a:r>
              <a:rPr sz="18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「放大」</a:t>
            </a:r>
            <a:r>
              <a:rPr sz="18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成多个查询 × 多路检索范式并行召回，再 </a:t>
            </a:r>
            <a:r>
              <a:rPr sz="18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「收敛」</a:t>
            </a:r>
            <a:r>
              <a:rPr sz="18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成精准结果。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3108960" cy="960120"/>
          </a:xfrm>
          <a:prstGeom prst="roundRect">
            <a:avLst/>
          </a:prstGeom>
          <a:solidFill>
            <a:srgbClr val="E9F0FD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① 第一层放大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一个问题 → N 个查询文本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原始 + 变体≤2 + 子查询≤4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468880"/>
            <a:ext cx="3108960" cy="960120"/>
          </a:xfrm>
          <a:prstGeom prst="roundRect">
            <a:avLst/>
          </a:prstGeom>
          <a:solidFill>
            <a:srgbClr val="FCEEE1"/>
          </a:solidFill>
          <a:ln w="1905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② 第二层放大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每个文本 → 多路检索器并行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语义 / 词法 / 实体 / 图谱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68880"/>
            <a:ext cx="3520440" cy="960120"/>
          </a:xfrm>
          <a:prstGeom prst="roundRect">
            <a:avLst/>
          </a:prstGeom>
          <a:solidFill>
            <a:srgbClr val="E5F6EE"/>
          </a:solidFill>
          <a:ln w="19050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③ 收敛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海量候选 → 融合 + 重排 + 组装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RRF → 级联重排 → ContextPack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3320" y="2788920"/>
            <a:ext cx="457200" cy="2032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7315200" y="2788920"/>
            <a:ext cx="457200" cy="2032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11109960" cy="22860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用「宽召回」保证不漏  →  用「融合 + 重排」保证精度。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endParaRPr sz="2200" b="1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漏召回无法被后续任何环节补救；所以前段拼命放大，后段负责收敛去噪。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AMPLIFY ① · 查询裂变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第一层放大：一个问题 → N 个查询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840480" cy="4754880"/>
          </a:xfrm>
          <a:prstGeom prst="roundRect">
            <a:avLst/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Query Understanding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LLM 先「读懂」问题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0">
              <a:solidFill>
                <a:srgbClr val="5B647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· intent  意图（排障 / 对比 …）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· entities  实体（网关 / 限流）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· complexity  复杂度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· keywords  关键词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400" b="0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意图决定后续启用哪些路、各路权重；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复杂度决定是否拆子查询。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34840" y="3566160"/>
            <a:ext cx="502920" cy="203200"/>
          </a:xfrm>
          <a:prstGeom prst="rightArrow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0640" y="1417320"/>
            <a:ext cx="6583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原始 Query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用户问题本身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560320"/>
            <a:ext cx="6583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多查询变体  ≤ 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MultiQueryExpander：LLM 改写出同义 / 不同角度的问法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703320"/>
            <a:ext cx="6583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子查询分解  ≤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QU 把复杂问题拆成的 subQueries，分头检索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892040"/>
            <a:ext cx="6583680" cy="12801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每个文本都独立走一遍检索，候选汇总到 rawCandidates。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一句问题里「和限流有什么关系」这半句，往往要靠子查询才不被漏掉。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AMPLIFY ② · 多路并行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第二层放大：四条检索通道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400" cy="48097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</a:t>
                      </a:r>
                    </a:p>
                  </a:txBody>
                  <a:tcPr marL="88900" marR="88900" marT="50800" marB="50800"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怎么查</a:t>
                      </a:r>
                    </a:p>
                  </a:txBody>
                  <a:tcPr marL="88900" marR="88900" marT="50800" marB="50800" anchor="ctr"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88900" marR="88900" marT="50800" marB="50800" anchor="ctr"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1E9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dense_vector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语义向量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HyDE embedding → pgvector 余弦 ANN（服务端排序，3 级降级）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语义相似：问「怎么处理超时」能召回讲「timeout 重试」的段落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2D6CD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lexical_bm25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词法全文</a:t>
                      </a:r>
                    </a:p>
                  </a:txBody>
                  <a:tcPr marL="88900" marR="88900" marT="50800" marB="508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jieba 分词 → tsvector 全文（BM25）；降级 trigram → LIKE</a:t>
                      </a:r>
                    </a:p>
                  </a:txBody>
                  <a:tcPr marL="88900" marR="88900" marT="50800" marB="508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字面命中：精确术语、专有名词、代码标识符</a:t>
                      </a:r>
                    </a:p>
                  </a:txBody>
                  <a:tcPr marL="88900" marR="88900" marT="50800" marB="50800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E86A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entity_exact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实体精确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 实体名在 entity_refs_json 做 JSONB 包含匹配，固定 0.95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点名匹配：具体配置项 / 接口 / 组件名直接锁定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7A4AD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 graph_expand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图扩展</a:t>
                      </a:r>
                    </a:p>
                  </a:txBody>
                  <a:tcPr marL="88900" marR="88900" marT="50800" marB="508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5B64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不在主路；组装期从种子段落沿关系做 BFS（预算 20 节点）</a:t>
                      </a:r>
                    </a:p>
                  </a:txBody>
                  <a:tcPr marL="88900" marR="88900" marT="50800" marB="50800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1300" b="0">
                          <a:solidFill>
                            <a:srgbClr val="1A20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顺藤摸瓜：补因果 / 细化 / 对比，让答案带前因后果</a:t>
                      </a:r>
                    </a:p>
                  </a:txBody>
                  <a:tcPr marL="88900" marR="88900" marT="50800" marB="50800" anchor="ctr"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KEY ALGO · 关键算法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HyDE：为什么问句直接检索会偏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394960" cy="1874519"/>
          </a:xfrm>
          <a:prstGeom prst="round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问题：问句 与 答案文档 语义不对齐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用户问的是短问句：「网关超时怎么排查？」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库里存的是陈述文档：「网关返回 504 时，应先检查上游连接池、读超时阈值……」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两者文本形态差别大 → 直接拿问句向量匹配，相似度未必高。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5394960" cy="2788920"/>
          </a:xfrm>
          <a:prstGeom prst="roundRect">
            <a:avLst/>
          </a:prstGeom>
          <a:solidFill>
            <a:srgbClr val="E5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解法：HyDE = 假设性文档嵌入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不 embed 问题，先让 LLM 按问题「编」一段假设答案文档，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再 embed 这段假设文档去检索。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0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关键直觉：假设文档「长相」和库里真实文档一样（都是陈述段落），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向量落在「答案该在的区域」，命中率更高。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即使 LLM 编的内容有事实错误也没关系——只要语义形状，不要事实。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5623560" cy="484632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工程上的三个要点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700" b="1">
              <a:solidFill>
                <a:srgbClr val="2D6CD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1  两次调 LLM 服务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    execute("hyde") 生成假设文档 → embed() 转向量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5B647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2  稳健降级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    生成失败 / 超时 / 空 → 退回直接 embed(query)，检索不中断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5B647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3  原始问题提前发射 + 复用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    HyDE 多一次 LLM 调用、较慢；原始问题向量在 QU 之前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    就异步发起，与 QU 并行，第 5 步直接复用 → 压低延迟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200" b="0">
              <a:solidFill>
                <a:srgbClr val="5B647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    变体 / 子查询同样走 HyDE，一视同仁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CONVERGE · 收敛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海量候选 → 融合 → 重排 → 组装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N 个查询 × 多路 → rawCandidates 可能几百条且大量重复。三步收敛：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520440" cy="3200400"/>
          </a:xfrm>
          <a:prstGeom prst="roundRect">
            <a:avLst/>
          </a:prstGeom>
          <a:solidFill>
            <a:srgbClr val="E5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3520440" cy="713232"/>
          </a:xfrm>
          <a:prstGeom prst="round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352044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Fusion 融合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weighted_rrf / rrf /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26080"/>
            <a:ext cx="3191256" cy="2194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RRF：按各路「排名倒数 × 路权重」累加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被多路 + 多文本同时命中且靠前 → 分最高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天然去重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87368" y="3383280"/>
            <a:ext cx="329184" cy="2032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2011680"/>
            <a:ext cx="3520440" cy="3200400"/>
          </a:xfrm>
          <a:prstGeom prst="roundRect">
            <a:avLst/>
          </a:prstGeom>
          <a:solidFill>
            <a:srgbClr val="FC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34840" y="2011680"/>
            <a:ext cx="3520440" cy="713232"/>
          </a:xfrm>
          <a:prstGeom prst="round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084831"/>
            <a:ext cx="352044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Rerank 重排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级联 model → LLM →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926080"/>
            <a:ext cx="3191256" cy="2194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更贵更准的重排模型对 Top 候选精排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模型失败 → 降级 LLM 重排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再不行 → 原始 score 永远兜底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73568" y="3383280"/>
            <a:ext cx="329184" cy="2032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2011680"/>
            <a:ext cx="3520440" cy="3200400"/>
          </a:xfrm>
          <a:prstGeom prst="roundRect">
            <a:avLst/>
          </a:prstGeom>
          <a:solidFill>
            <a:srgbClr val="F0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0" y="2011680"/>
            <a:ext cx="3520440" cy="713232"/>
          </a:xfrm>
          <a:prstGeom prst="roundRect">
            <a:avLst/>
          </a:prstGeom>
          <a:solidFill>
            <a:srgbClr val="7A4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084831"/>
            <a:ext cx="352044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Assemble 组装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ContextAssembler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926080"/>
            <a:ext cx="3191256" cy="2194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Top 结果作为 seed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GraphExpander BFS 图扩展（预算 20）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树导航软加权 → 产出 ContextPack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109960" cy="86868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产出 ContextPack：items（seed + expanded） · relations · sources · evidence_groups · issues ·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WALKTHROUGH · 实例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「网关超时了怎么排查？和限流有什么关系？」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75564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QU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意图=排障
复杂=complex
实体 网关/限流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40280" y="2075688"/>
            <a:ext cx="182880" cy="1524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04872" y="1417320"/>
            <a:ext cx="175564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裂变 5 文本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原始+变体×2
+子查询×2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42232" y="2075688"/>
            <a:ext cx="182880" cy="1524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06824" y="1417320"/>
            <a:ext cx="175564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三路召回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dense / bm25
/ entity
各文本并行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44184" y="2075688"/>
            <a:ext cx="182880" cy="1524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08776" y="1417320"/>
            <a:ext cx="175564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weighted_rrf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unit_71 三路皆中
→ 稳居第一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46136" y="2075688"/>
            <a:ext cx="182880" cy="1524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10728" y="1417320"/>
            <a:ext cx="175564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重排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把直接答排障的
unit_88 提前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48088" y="2075688"/>
            <a:ext cx="182880" cy="152400"/>
          </a:xfrm>
          <a:prstGeom prst="rightArrow">
            <a:avLst/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12680" y="1417320"/>
            <a:ext cx="1755648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4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图扩展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causes 接上
限流阈值→超时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0400"/>
            <a:ext cx="5486400" cy="301752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关键：单路单查询会漏什么？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500" b="1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「和限流的关系」这半句 —— 靠 子查询#5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『限流会导致网关超时吗』 + dense 语义路，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才把 unit_60『限流触发后排队，表现为超时』召回。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1">
              <a:solidFill>
                <a:srgbClr val="1E9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图扩展沿 causes 接上 unit_61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『限流阈值配置导致排队超时』—— 因果链补全。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00400"/>
            <a:ext cx="5532120" cy="3017520"/>
          </a:xfrm>
          <a:prstGeom prst="roundRect">
            <a:avLst/>
          </a:prstGeom>
          <a:solidFill>
            <a:srgbClr val="E9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三个 takeaway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600" b="1">
              <a:solidFill>
                <a:srgbClr val="2D6CD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①  裂变召回不漏 —— 多查询 + 多范式覆盖到原句漏掉的关联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0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②  多路互补 —— unit_71 三路都中，融合后证明它最相关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00" b="0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③  图扩展补全因果 —— 排障意图让 causes 优先，答案才完整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ENGINEERING · 工程亮点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不止算法：让它跑得稳、跑得快、可演进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8872" cy="22402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63624"/>
            <a:ext cx="3200400" cy="1965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并行与延迟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虚拟线程并行 embedding（CompletableFuture）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原始问题 HyDE 提前发射，与 QU 并行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118872" cy="224028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63624"/>
            <a:ext cx="3200400" cy="1965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稳健性 · 降级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路由级异常隔离：一路抛错不影响其他路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全链路降级：HyDE / rerank / FTS 三级兜底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118872" cy="224028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1563624"/>
            <a:ext cx="3200400" cy="1965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多域隔离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per-domain HikariCP 连接池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ThreadLocal DomainContext → JDBC 自动路由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22192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822192"/>
            <a:ext cx="118872" cy="2240280"/>
          </a:xfrm>
          <a:prstGeom prst="rect">
            <a:avLst/>
          </a:prstGeom>
          <a:solidFill>
            <a:srgbClr val="7A4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968496"/>
            <a:ext cx="3200400" cy="1965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配置热重载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main_control 驱动，前端按钮触发 fan-out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7A4AD0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volatile Map 原子替换，零停机切换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22192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0" y="3822192"/>
            <a:ext cx="118872" cy="22402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53712" y="3968496"/>
            <a:ext cx="3200400" cy="1965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Micrometer + Prometheus，TraceCollector 记每阶段耗时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6 指标：延迟 / 路由候选 / 重排耗时 / 降级率 / 意图分布 / scope 空率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22192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3822192"/>
            <a:ext cx="118872" cy="224028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3968496"/>
            <a:ext cx="3200400" cy="1965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只读契约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对 asset_core 零写入，消费 mining 产出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2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embedding / rerank 全部委托 llm_service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98755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STATUS · 现状与下一步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完成度 ~90%，下一步打磨性能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65760"/>
            <a:ext cx="868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8DEE8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1778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2834640"/>
          </a:xfrm>
          <a:prstGeom prst="roundRect">
            <a:avLst/>
          </a:prstGeom>
          <a:solidFill>
            <a:srgbClr val="E5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800" b="1">
              <a:solidFill>
                <a:srgbClr val="1E9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✓  四路检索 + RRF 融合 + 级联重排 全链路打通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✓  HyDE / 多查询 / 子查询 / 图扩展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✓  多域隔离 + 配置热重载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✓  Micrometer / Prometheus 可观测性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400" b="0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E9E6A"/>
                </a:solidFill>
                <a:latin typeface="Microsoft YaHei"/>
                <a:ea typeface="Microsoft YaHei"/>
                <a:cs typeface="Microsoft YaHei"/>
              </a:rPr>
              <a:t>检索 Pipeline 完成度约 90%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17320"/>
            <a:ext cx="5669280" cy="2834640"/>
          </a:xfrm>
          <a:prstGeom prst="roundRect">
            <a:avLst/>
          </a:prstGeom>
          <a:solidFill>
            <a:srgbClr val="FC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下一步（优化路线）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800" b="1">
              <a:solidFill>
                <a:srgbClr val="E86A1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1  语义缓存前移 —— 移到 QU 之前，命中即省整条 pipeline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2  并行化 —— variant / 子查询、路由内部并行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3  连接池调优 —— HikariCP 调大 + HTTP 连接复用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A202C"/>
                </a:solidFill>
                <a:latin typeface="Microsoft YaHei"/>
                <a:ea typeface="Microsoft YaHei"/>
                <a:cs typeface="Microsoft YaHei"/>
              </a:rPr>
              <a:t>4  HyDE 批量化 —— 多文本合并调用，降低 LLM 次数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350" b="0">
              <a:solidFill>
                <a:srgbClr val="1A202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6A17"/>
                </a:solidFill>
                <a:latin typeface="Microsoft YaHei"/>
                <a:ea typeface="Microsoft YaHei"/>
                <a:cs typeface="Microsoft YaHei"/>
              </a:rPr>
              <a:t>收益高、风险低、协同效应强（来自 optimization-notes）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1201400" cy="173736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D6CDF"/>
                </a:solidFill>
                <a:latin typeface="Microsoft YaHei"/>
                <a:ea typeface="Microsoft YaHei"/>
                <a:cs typeface="Microsoft YaHei"/>
              </a:rPr>
              <a:t>一句话总结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把一个问题裂变成「多查询 × 多范式」并行召回，再用 RRF 融合 + 级联重排 + 图扩展收敛——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9FC3FF"/>
                </a:solidFill>
                <a:latin typeface="Microsoft YaHei"/>
                <a:ea typeface="Microsoft YaHei"/>
                <a:cs typeface="Microsoft YaHei"/>
              </a:rPr>
              <a:t>用宽召回保证不漏，用融合重排保证精度。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Thanks —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1034</Words>
  <Application>Microsoft Office PowerPoint</Application>
  <PresentationFormat>Widescreen</PresentationFormat>
  <Paragraphs>201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大勇 张</cp:lastModifiedBy>
  <cp:revision>2</cp:revision>
  <dcterms:created xsi:type="dcterms:W3CDTF">2013-01-27T09:14:16Z</dcterms:created>
  <dcterms:modified xsi:type="dcterms:W3CDTF">2026-06-15T06:30:10Z</dcterms:modified>
  <cp:category/>
</cp:coreProperties>
</file>